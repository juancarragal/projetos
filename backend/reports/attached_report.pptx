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Analytics Pro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Relatório Executivo de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Valor Total: R$ 1,723,369.72</a:t>
            </a:r>
          </a:p>
          <a:p>
            <a:r>
              <a:t>Ticket Médio: R$ 78,334.99</a:t>
            </a:r>
          </a:p>
          <a:p>
            <a:r>
              <a:t>Total de Fornecedores: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Fornecedores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45720">
                <a:tc>
                  <a:txBody>
                    <a:bodyPr/>
                    <a:lstStyle/>
                    <a:p>
                      <a:r>
                        <a:t>Fornecedor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Valor Total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FORNAX CONSULTORIA EM INFORMATICA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R$ 795,886.10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REDEBRASIL GESTAO DE ATIVOS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R$ 283,413.85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SERASA S/A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R$ 273,844.38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C&amp;V CONSULTORIA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R$ 246,754.82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CWI SOFTWARE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R$ 69,672.15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CIP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R$ 26,881.88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SJC ADMINISTRACAO DE TERCEIROS S/S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R$ 17,100.00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MK CONSULTORIA ORGANIZACIONAL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R$ 8,653.94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r>
                        <a:t>PGA SOLUCOES EM TECNOLOGIA DA INFORMACAO LTDA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R$ 1,162.60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